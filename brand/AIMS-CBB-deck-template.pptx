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6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BUSINESS · PARTNER NETWORK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[Pairing]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Business Review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[Prepared by] · [Date]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332720" y="4846320"/>
            <a:ext cx="1371600" cy="1371600"/>
          </a:xfrm>
          <a:prstGeom prst="ellipse">
            <a:avLst/>
          </a:prstGeom>
          <a:ln w="25400">
            <a:solidFill>
              <a:srgbClr val="DC613A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0" y="5120640"/>
            <a:ext cx="822960" cy="822960"/>
          </a:xfrm>
          <a:prstGeom prst="ellipse">
            <a:avLst/>
          </a:prstGeom>
          <a:ln w="19050">
            <a:solidFill>
              <a:srgbClr val="DC613A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100584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DC61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title]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[One-line description of what this section covers]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[Headline finding, stated as a sentence]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29184" cy="329184"/>
          </a:xfrm>
          <a:prstGeom prst="ellipse">
            <a:avLst/>
          </a:prstGeom>
          <a:solidFill>
            <a:srgbClr val="DC61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6420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[First point — one line]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29184" cy="329184"/>
          </a:xfrm>
          <a:prstGeom prst="ellipse">
            <a:avLst/>
          </a:prstGeom>
          <a:solidFill>
            <a:srgbClr val="DC61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44144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[Second point — one line]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329184" cy="329184"/>
          </a:xfrm>
          <a:prstGeom prst="ellipse">
            <a:avLst/>
          </a:prstGeom>
          <a:solidFill>
            <a:srgbClr val="DC61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21868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[Third point — one line]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737360"/>
            <a:ext cx="4023360" cy="2926080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89520" y="21031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C6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[XX]%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33375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this number is]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[source, date]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[Longlist / data table title]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  <a:gridCol w="2377440"/>
                <a:gridCol w="201168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office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[Company]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[Country]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[Strong / Medium / Weak]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[Office]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[Link]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[Company]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[Country]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[Strong / Medium / Weak]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[Office]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[Link]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[Company]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[Country]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[Strong / Medium / Weak]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[Office]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[Link]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[Company]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[Country]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[Strong / Medium / Weak]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[Office]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[Link]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" cy="347472"/>
          </a:xfrm>
          <a:prstGeom prst="ellipse">
            <a:avLst/>
          </a:prstGeom>
          <a:solidFill>
            <a:srgbClr val="DC61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7556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[First next step — what, who, by when]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347472" cy="347472"/>
          </a:xfrm>
          <a:prstGeom prst="ellipse">
            <a:avLst/>
          </a:prstGeom>
          <a:solidFill>
            <a:srgbClr val="DC61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6243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[Second next step]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347472" cy="347472"/>
          </a:xfrm>
          <a:prstGeom prst="ellipse">
            <a:avLst/>
          </a:prstGeom>
          <a:solidFill>
            <a:srgbClr val="DC61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4930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[Third next step]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347472" cy="347472"/>
          </a:xfrm>
          <a:prstGeom prst="ellipse">
            <a:avLst/>
          </a:prstGeom>
          <a:solidFill>
            <a:srgbClr val="DC61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3616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[Fourth next step]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International · CBB Toolkit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2026-09-22T21:04:35Z</dcterms:created>
  <dcterms:modified xsi:type="dcterms:W3CDTF">2026-09-22T21:04:35Z</dcterms:modified>
</cp:coreProperties>
</file>